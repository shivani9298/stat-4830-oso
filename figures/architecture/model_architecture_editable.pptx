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 snapToObjects="1">
      <p:cViewPr>
        <p:scale>
          <a:sx n="98" d="100"/>
          <a:sy n="98" d="100"/>
        </p:scale>
        <p:origin x="101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1108" y="91440"/>
            <a:ext cx="44793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</a:defRPr>
            </a:pPr>
            <a:r>
              <a:rPr dirty="0"/>
              <a:t>Offline GRU Policy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920240" cy="7772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dirty="0"/>
              <a:t>Data</a:t>
            </a:r>
            <a:r>
              <a:rPr dirty="0"/>
              <a:t> Inputs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lang="en-US" dirty="0"/>
              <a:t>Market data, </a:t>
            </a:r>
            <a:r>
              <a:rPr dirty="0"/>
              <a:t>IPO metadata, prices, returns, VIX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097280"/>
            <a:ext cx="192024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Normalize + Pivot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Deduplicate and build daily IPO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097280"/>
            <a:ext cx="192024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IPO </a:t>
            </a:r>
            <a:r>
              <a:rPr lang="en-US" dirty="0"/>
              <a:t>Index</a:t>
            </a:r>
            <a:r>
              <a:rPr dirty="0"/>
              <a:t> Build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180-day </a:t>
            </a:r>
            <a:r>
              <a:rPr dirty="0" err="1"/>
              <a:t>mcap</a:t>
            </a:r>
            <a:r>
              <a:rPr dirty="0"/>
              <a:t>-weighted IPO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097280"/>
            <a:ext cx="192024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Align + Features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Clip returns, add rolling_vol and VIX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97280"/>
            <a:ext cx="192024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Rolling Windows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X(N,126,F), R(N,2),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23160"/>
            <a:ext cx="1920240" cy="77724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Chronological Split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lang="en-US" dirty="0"/>
              <a:t>Static t</a:t>
            </a:r>
            <a:r>
              <a:rPr dirty="0"/>
              <a:t>rain/</a:t>
            </a:r>
            <a:r>
              <a:rPr dirty="0" err="1"/>
              <a:t>val</a:t>
            </a:r>
            <a:r>
              <a:rPr dirty="0"/>
              <a:t> by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423160"/>
            <a:ext cx="1920240" cy="77724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GRU Policy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GRU -&gt; last hidden -&gt; MLP -&gt; </a:t>
            </a:r>
            <a:r>
              <a:rPr dirty="0" err="1"/>
              <a:t>softmax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480560" y="2423160"/>
            <a:ext cx="1920240" cy="77724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Weights Output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w=[market,IPO], simplex constrained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423160"/>
            <a:ext cx="1920240" cy="77724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Composite Objective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Return/CVaR/vol/turnover/path/diversify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423160"/>
            <a:ext cx="1920240" cy="77724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Optimize + Select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Adam + LR + clipping + early stop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1485900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43400" y="1485900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1485900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58200" y="1485900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811779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43400" y="2811779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2811779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58200" y="2811779"/>
            <a:ext cx="13716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325880" y="1874519"/>
            <a:ext cx="8229600" cy="548641"/>
          </a:xfrm>
          <a:prstGeom prst="line">
            <a:avLst/>
          </a:prstGeom>
          <a:ln w="20320">
            <a:solidFill>
              <a:schemeClr val="accent1"/>
            </a:solidFill>
            <a:headEnd type="none" w="med" len="med"/>
            <a:tailEnd type="arrow" w="med" len="med"/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931920" y="3886200"/>
            <a:ext cx="4389120" cy="91440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CBD5E1"/>
            </a:solidFill>
          </a:ln>
          <a:effectLst>
            <a:outerShdw blurRad="40000" dist="50800" dir="5400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Offline Outputs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Static policy weights path + validation performance summary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126480" y="3200400"/>
            <a:ext cx="3429000" cy="685800"/>
          </a:xfrm>
          <a:prstGeom prst="line">
            <a:avLst/>
          </a:prstGeom>
          <a:ln w="20320">
            <a:solidFill>
              <a:schemeClr val="accent1"/>
            </a:solidFill>
            <a:headEnd type="none" w="med" len="med"/>
            <a:tailEnd type="arrow" w="med" len="med"/>
          </a:ln>
          <a:effectLst>
            <a:outerShdw blurRad="40000" dist="50800" dir="5400000" sx="1000" sy="1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26080" y="6217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Color groups: data, preprocessing, model, training,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59542" y="91440"/>
            <a:ext cx="4442435" cy="553998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</a:defRPr>
            </a:pPr>
            <a:r>
              <a:rPr dirty="0"/>
              <a:t>Online GRU Policy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057400" cy="7772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Shared Features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Same cleaned feature pipeline as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097280"/>
            <a:ext cx="205740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Window Timeline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Build rolling windows and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057400" cy="77724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Per-Step History Slice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Expanding/fixed lookback to train_end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097280"/>
            <a:ext cx="2057400" cy="77724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Warm-Start Update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Fine-tune current GRU for epochs_step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097280"/>
            <a:ext cx="2057400" cy="77724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Gate Decision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Accept or revert candidate update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485900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485900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85900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0" y="1485900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80160" y="2468880"/>
            <a:ext cx="9692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rPr dirty="0"/>
              <a:t>Per scheduled decision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2880360"/>
            <a:ext cx="1645920" cy="713232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Update date?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If no</a:t>
            </a:r>
            <a:r>
              <a:rPr lang="en-US" dirty="0"/>
              <a:t>t</a:t>
            </a:r>
            <a:r>
              <a:rPr dirty="0"/>
              <a:t>, keep previous 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880360"/>
            <a:ext cx="1645920" cy="713232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Train/Val Split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Chronological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880360"/>
            <a:ext cx="1645920" cy="713232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Candidate Metrics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 err="1"/>
              <a:t>val</a:t>
            </a:r>
            <a:r>
              <a:rPr dirty="0"/>
              <a:t>-loss delta and relative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880360"/>
            <a:ext cx="1645920" cy="713232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Threshold Check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rPr dirty="0"/>
              <a:t>Cadence or confidence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977639"/>
            <a:ext cx="1645920" cy="713232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Action Inference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Predict allocation for current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977639"/>
            <a:ext cx="1645920" cy="713232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Path Accounting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Realized return, turnover, costs, flags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3236976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3236976"/>
            <a:ext cx="27432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3236976"/>
            <a:ext cx="274319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7" idx="2"/>
          </p:cNvCxnSpPr>
          <p:nvPr/>
        </p:nvCxnSpPr>
        <p:spPr>
          <a:xfrm flipH="1">
            <a:off x="7139637" y="3593592"/>
            <a:ext cx="1181402" cy="740662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89120" y="4334256"/>
            <a:ext cx="109728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H="1">
            <a:off x="1957360" y="5047488"/>
            <a:ext cx="4352000" cy="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57360" y="3593592"/>
            <a:ext cx="0" cy="1453896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26480" y="1874519"/>
            <a:ext cx="4590288" cy="594361"/>
          </a:xfrm>
          <a:prstGeom prst="line">
            <a:avLst/>
          </a:prstGeom>
          <a:ln w="20320">
            <a:solidFill>
              <a:srgbClr val="64748B"/>
            </a:solidFill>
            <a:headEnd type="none" w="med" len="med"/>
            <a:tailEnd type="arrow" w="med" len="med"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31920" y="5440680"/>
            <a:ext cx="4389120" cy="91440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CBD5E1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Online Outputs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Online path + schedule log + diagnostics + update-benefit summary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5212080"/>
            <a:ext cx="0" cy="228600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3">
            <a:extLst>
              <a:ext uri="{FF2B5EF4-FFF2-40B4-BE49-F238E27FC236}">
                <a16:creationId xmlns:a16="http://schemas.microsoft.com/office/drawing/2014/main" id="{4799665C-1334-F9AD-8DA2-578B44CED68A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6309360" y="4690871"/>
            <a:ext cx="0" cy="356617"/>
          </a:xfrm>
          <a:prstGeom prst="line">
            <a:avLst/>
          </a:prstGeom>
          <a:ln w="20320">
            <a:solidFill>
              <a:srgbClr val="64748B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66CC"/>
                </a:solidFill>
              </a:rPr>
              <a:t>Online Pipeline — Actual Run Behavior (Latest)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53312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2026-04-23_at_2.01.31_PM-bdbed3a2-f4c3-4d57-9443-2b78b3b537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533120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6903720"/>
            <a:ext cx="12984480" cy="1005840"/>
          </a:xfrm>
          <a:prstGeom prst="rect">
            <a:avLst/>
          </a:prstGeom>
          <a:solidFill>
            <a:srgbClr val="F2F8FF"/>
          </a:solidFill>
          <a:ln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068312"/>
            <a:ext cx="1271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Actual run notes: weekly updates (update_freq=W), epochs_step=2, warm-start fine-tuning, and no explicit hard accept/revert threshold confirmation gate in this run (updates applied on scheduled dates).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164592"/>
            <a:ext cx="4389120" cy="411480"/>
          </a:xfrm>
          <a:prstGeom prst="rect">
            <a:avLst/>
          </a:prstGeom>
          <a:solidFill>
            <a:srgbClr val="FFEECC"/>
          </a:solidFill>
          <a:ln>
            <a:solidFill>
              <a:srgbClr val="DD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2194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94400"/>
                </a:solidFill>
              </a:rPr>
              <a:t>Threshold-check confirm not used in latest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245</Words>
  <Application>Microsoft Macintosh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Olivia Liu</cp:lastModifiedBy>
  <cp:revision>2</cp:revision>
  <dcterms:created xsi:type="dcterms:W3CDTF">2013-01-27T09:14:16Z</dcterms:created>
  <dcterms:modified xsi:type="dcterms:W3CDTF">2026-04-23T18:14:15Z</dcterms:modified>
  <cp:category/>
</cp:coreProperties>
</file>