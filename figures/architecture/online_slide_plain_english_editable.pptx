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800">
                <a:solidFill>
                  <a:srgbClr val="0057A4"/>
                </a:solidFill>
              </a:rPr>
              <a:t>Online Pipeline: Plain-English Box Definitions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58368"/>
            <a:ext cx="11155680" cy="27432"/>
          </a:xfrm>
          <a:prstGeom prst="rect">
            <a:avLst/>
          </a:prstGeom>
          <a:solidFill>
            <a:srgbClr val="005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822960"/>
            <a:ext cx="5486400" cy="113385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B9C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b="1" sz="1200">
                <a:solidFill>
                  <a:srgbClr val="1F2A38"/>
                </a:solidFill>
              </a:rPr>
              <a:t>Per scheduled decision date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For each day/week/month where a decision is allowed, run this mini-process once.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93392"/>
            <a:ext cx="5486400" cy="113385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B9C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b="1" sz="1200">
                <a:solidFill>
                  <a:srgbClr val="1F2A38"/>
                </a:solidFill>
              </a:rPr>
              <a:t>Update date? (If not, keep previous parameters)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Ask: Is today one of the dates where we retrain/update the model?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If yes: try to improve the model with newest data.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If no: reuse the model from last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163824"/>
            <a:ext cx="5486400" cy="113385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B9C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b="1" sz="1200">
                <a:solidFill>
                  <a:srgbClr val="1F2A38"/>
                </a:solidFill>
              </a:rPr>
              <a:t>yes branch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Used on update dates.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Goes into model-check flow before new parameters are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334256"/>
            <a:ext cx="5486400" cy="113385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B9C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b="1" sz="1200">
                <a:solidFill>
                  <a:srgbClr val="1F2A38"/>
                </a:solidFill>
              </a:rPr>
              <a:t>Train/Val Split (Chronological split)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Use history up to today and split into train and validation.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Train part fits/updates the model.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Validation part checks if update is actually better.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Chronological means past to recent order; no random shuffle.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504688"/>
            <a:ext cx="5486400" cy="113385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B9C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b="1" sz="1200">
                <a:solidFill>
                  <a:srgbClr val="1F2A38"/>
                </a:solidFill>
              </a:rPr>
              <a:t>Candidate Metrics (val-loss delta and relative change)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After update, measure whether validation improved.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Delta = numeric change in validation loss.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Relative change = percentage-style improvement/worsening.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Question answered: Did this update help enough to trust?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822960"/>
            <a:ext cx="5486400" cy="113385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B9C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b="1" sz="1200">
                <a:solidFill>
                  <a:srgbClr val="1F2A38"/>
                </a:solidFill>
              </a:rPr>
              <a:t>Threshold Check (Cadence or confidence gate)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Decision gate: accept update only if it passes rule.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Example: accept only if validation improves by at least X.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If gate fails, revert and keep previous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93392"/>
            <a:ext cx="5486400" cy="113385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B9C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b="1" sz="1200">
                <a:solidFill>
                  <a:srgbClr val="1F2A38"/>
                </a:solidFill>
              </a:rPr>
              <a:t>no branch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Used when today is not an update date.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Skips retraining checks and goes straight to allocation.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163824"/>
            <a:ext cx="5486400" cy="113385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B9C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b="1" sz="1200">
                <a:solidFill>
                  <a:srgbClr val="1F2A38"/>
                </a:solidFill>
              </a:rPr>
              <a:t>Action Inference (Predict allocation for current decision)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Use accepted model to output today's portfolio weights.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Example output: 70% market, 30% IPO.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334256"/>
            <a:ext cx="5486400" cy="1133856"/>
          </a:xfrm>
          <a:prstGeom prst="roundRect">
            <a:avLst/>
          </a:prstGeom>
          <a:solidFill>
            <a:srgbClr val="F7FAFD"/>
          </a:solidFill>
          <a:ln w="13970">
            <a:solidFill>
              <a:srgbClr val="B9C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b="1" sz="1200">
                <a:solidFill>
                  <a:srgbClr val="1F2A38"/>
                </a:solidFill>
              </a:rPr>
              <a:t>Path Accounting (Realized return, turnover, costs, flags)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After returns are known, record realized performance.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Track return, turnover, transaction cost, update flag.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900">
                <a:solidFill>
                  <a:srgbClr val="2F2F2F"/>
                </a:solidFill>
              </a:defRPr>
            </a:pPr>
            <a:r>
              <a:t>Build the full backtest path row by 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